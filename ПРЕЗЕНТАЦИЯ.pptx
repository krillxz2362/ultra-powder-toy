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100000"/>
            <a:ext cx="10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4800" b="1">
                <a:solidFill>
                  <a:srgbClr val="D6B76A"/>
                </a:solidFill>
                <a:latin typeface="Verdana"/>
              </a:rPr>
              <a:t>ULTRA POWDER TOY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DCE0E8"/>
                </a:solidFill>
                <a:latin typeface="Verdana"/>
              </a:rPr>
              <a:t>2D-песочница веществ: своё ядро, свой интерфейс, своя физика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разработка krillxz2362 · особая благодарность AYDIK · октябрь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Где мы сейчас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что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0" y="150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было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0000" y="150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стало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3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ядро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0" y="183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Lua под LÖVE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0000" y="183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C++17, своё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16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скорость шага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0" y="216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20.49 мс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0000" y="216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3.37 мс — в 5.9 раза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49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на телефоне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0" y="249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не запускалось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0000" y="249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3.1 мс при 3328 частицах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282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веществ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282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0000" y="282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326, из них 118 элементов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315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реакций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0" y="315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0000" y="315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244 + 18 разложений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" y="348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интерфейс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0" y="348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LÖVE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0000" y="348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SDL2, свой шрифт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381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сборка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0000" y="381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плеер LÖVE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0000" y="381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APK, arm64 и arm32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0000" y="4140000"/>
            <a:ext cx="29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сохранения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0" y="4140000"/>
            <a:ext cx="35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00000" y="4140000"/>
            <a:ext cx="4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FC276"/>
                </a:solidFill>
                <a:latin typeface="Verdana"/>
              </a:rPr>
              <a:t>да, палитра имён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000" y="47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Три издания: Base, Alcoholic, UptA — ставятся рядом друг с другом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Как устроено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Ядро ничего не знает про экран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Оно считает мир и заполняет кадр — буфер точек. Окно, панель и ввод живут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отдельно. Поэтому ядро проверяется опытами без всякого окна, а интерфейс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снимает сам себя в картинку и его видно, не запуская на телефоне.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Эталон на Lua — не наследие, а мерило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Та же физика на LÖVE осталась жить рядом. Пока фаза не сошлась с ней число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 число, она не считается перенесённой. Шесть опытов сверяются каждым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запуском make check.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Данные порождаются, а не пишутся руками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Вещества, химия, шрифт и таблица Менделеева выгружаются из Lua в заголовки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C++ генераторами. Одна правда, два потребителя.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100000"/>
            <a:ext cx="10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4800" b="1">
                <a:solidFill>
                  <a:srgbClr val="D6B76A"/>
                </a:solidFill>
                <a:latin typeface="Verdana"/>
              </a:rPr>
              <a:t>На что напоролись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DCE0E8"/>
                </a:solidFill>
                <a:latin typeface="Verdana"/>
              </a:rPr>
              <a:t>Двадцать граблей, каждые стоили времени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Отдельно отмечено то, что чинилось не там, где болело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1: лечил следствие три раза подряд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Симптом: правки интерфейса пропадали между заходами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Экран ХИМИЯ, кнопка «назад», правки сборки — исчезали. Трижды.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2762A"/>
                </a:solidFill>
                <a:latin typeface="Verdana"/>
              </a:rPr>
              <a:t>Что я делал: писал скрипты восстановления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Сначала текстовые заплатки, потом копии файлов вне проекта. Работало 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и каждый раз возвращало правки за минуту. Но причину не трогало.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Настоящая причина: рабочая область переполнилась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185 МБ при лимите 128. Снимок не влезал, и часть файлов просто не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сохранялась — «95 файлов не сохранено». Нашёл не я, а пользователь,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открыв окно хранилища.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Вывод: если одно и то же ломается трижды — причина не там, где чинишь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2: совпадение на круглых числах ничего не доказывает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В эталоне вес столба жидкости — целое число. В C++ я завёл его дробным.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CE0E8"/>
                </a:solidFill>
                <a:latin typeface="Verdana"/>
              </a:rPr>
              <a:t>Почему не поймалось сразу: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у воды плотность 1000, половина от неё — ровно 500. Целое и дробное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совпадали до знака. Ошибка прошла через ЧЕТЫРЕ сверки подряд.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E2762A"/>
                </a:solidFill>
                <a:latin typeface="Verdana"/>
              </a:rPr>
              <a:t>Вылезла на спирте: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плотность 789, половина 394.5 — и эталон показал 394, а C++ 394.5.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6B76A"/>
                </a:solidFill>
                <a:latin typeface="Verdana"/>
              </a:rPr>
              <a:t>Вывод: сверять типы массивов, а не только формулы.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Круглые числа — худший материал для проверки.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3: опыт врёт так же легко, как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Кадр C++ разошёлся с эталоном на 618 точках.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Я искал ошибку в отрисовке. Её там не было: ошибка была в самом скрипте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сверки — камни пола он создавал одним циклом вместо двух.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Второй случай: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опыт с давлением показал «газа внутри 0, снаружи 0». Я грел ГОРЮЧИЙ газ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до 600 градусов, он прореагировал и исчез. Опыт мерил не то.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Третий: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перебрал потолок боковой силы — четыре значения дали одинаковые числа.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 заголовке оказалось два пробела перед знаком равенства, и замена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просто не срабатывала.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Вывод: расхождение сперва искать в опыте, а не в коде.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4: сборка показывала числа прошлой сборки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DCE0E8"/>
                </a:solidFill>
                <a:latin typeface="Verdana"/>
              </a:rPr>
              <a:t>make не следил за заголовками.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Я менял физику, запускал опыт — числа не менялись. Решил, что правка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бесполезна, и откатил её. На деле она работала с первого раза, а опыт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показывал старый двоичный файл.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CE0E8"/>
                </a:solidFill>
                <a:latin typeface="Verdana"/>
              </a:rPr>
              <a:t>Тот же корень, другое место: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ndk-build не следит за сменой признаков сборки. Три издания — Base,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Alcoholic, UptA — собрались из одних и тех же объектных файлов и вышли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одинаковыми внутри. Поймал сравнением контрольных сумм.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6B76A"/>
                </a:solidFill>
                <a:latin typeface="Verdana"/>
              </a:rPr>
              <a:t>Вывод: если правка «не работает», сперва проверь, что она вообще собралась.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5: три догадки подряд мимо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Падающий пласт песка растягивался в 9 раз.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Догадка «виноват воздух» — отключил связь, обновление, обнулил ветер.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Разброс 16.9 / 16.5 / 16.7 / 16.5. Мимо.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Догадка «виноват порядок обхода» — создал пласт снизу вверх. Мимо.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Догадка «виноват сон кусков» — запретил спать неопёртым. Мимо.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Нашлось, когда перестал мерить большое и померил маленькое: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пласт в ОДИН ряд, тридцать песчинок в пустоте, падать нечему мешать —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растянулся на 100 клеток. Значит, стопка ни при чём, соседи растаскивают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друг друга сами. Виноваты оказались две строки в скольжении.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Вывод: упрощай опыт, пока причина не станет единственной.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6: мелочи, которые стоили часов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Имя self.rowcnt было уже занято счётчиками гидростатики — вода разошлась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  с эталоном на 65-м шаге. Нашлось поклеточным сравнением уровня области.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Права на запуск слетают вместе со снимком рабочей области: sdl2-config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  молча возвращал пустые флаги, сборка падала на «нет SDL.h».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javac падал на лямбдах SDL — в android.jar нет их механики. Класс-файлы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  собрались наполовину, APK поставился бы и упал при запуске.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В шрифте нет строчных букв: таблица Менделеева читалась как «H, L, B, N».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Фон у присланной иконки оказался прозрачным, а я принял его за чёрный.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uint8 для номера вещества — при 326 веществах номер обрезается.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Вероятность, применяемая каждый кадр, бесполезна: событие случится почти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  наверняка за десяток кадров, какой коэффициент ни ставь.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Общее у всех: тихие. Ничего не падает, просто результат неверный.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2762A"/>
                </a:solidFill>
                <a:latin typeface="Verdana"/>
              </a:rPr>
              <a:t>Грабли 7: интерфейс на телефоне разъехался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Кнопки не совпадали с тем, что нарисовано.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Я считал раскладку, размеры текстур и мира ДО создания окна — из размера,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который попросил. На столе окно всегда даётся заказанное, и всё сходилось.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Android даёт своё: панель рисовалась в одном размере, растягивалась в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другой, а нажатия проверялись по нерастянутым числам.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2762A"/>
                </a:solidFill>
                <a:latin typeface="Verdana"/>
              </a:rPr>
              <a:t>Первая починка оказалась неполной.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Мир, стрелки потока и палец считались ТРЕМЯ разными расчётами. Видно это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стало по снимку: мир в левом углу, а стрелки через весь экран.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Теперь один прямоугольник на всё.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 него рисуется мир, по нему раскладываются стрелки, по нему же палец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переводится в клетку. Разъехаться им больше не из чего.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100000"/>
            <a:ext cx="10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4800" b="1">
                <a:solidFill>
                  <a:srgbClr val="D6B76A"/>
                </a:solidFill>
                <a:latin typeface="Verdana"/>
              </a:rPr>
              <a:t>Что болит сейчас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DCE0E8"/>
                </a:solidFill>
                <a:latin typeface="Verdana"/>
              </a:rPr>
              <a:t>Открытые задачи и предлагаемые решения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Физика: измерено, а не на глаз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что проверяем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00000" y="150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как должно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150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как есть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183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горб над бугром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0000" y="183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ровно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00000" y="183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FC276"/>
                </a:solidFill>
                <a:latin typeface="Verdana"/>
              </a:rPr>
              <a:t>ровно, 0 клеток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16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спокойная лужа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0000" y="216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не шевелится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0000" y="216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ровная до нуля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249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стена в 1 клетку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0000" y="249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держит давление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0000" y="249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FC276"/>
                </a:solidFill>
                <a:latin typeface="Verdana"/>
              </a:rPr>
              <a:t>держит, 0 утечек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282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сообщающиеся сосуды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00000" y="282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546 / 546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0000" y="282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586 / 506 — не дотягивает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315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струя из дырки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15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предел сетки 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0000" y="315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2762A"/>
                </a:solidFill>
                <a:latin typeface="Verdana"/>
              </a:rPr>
              <a:t>0.38 за шаг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000" y="3480000"/>
            <a:ext cx="36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падающий пласт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0000" y="3480000"/>
            <a:ext cx="34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не растягивается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0000" y="3480000"/>
            <a:ext cx="38000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FC276"/>
                </a:solidFill>
                <a:latin typeface="Verdana"/>
              </a:rPr>
              <a:t>1.6x, было 9.1x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000" y="4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В The Powder Toy стена тоньше клетки воздуха давление НЕ держит: у них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воздух считается по клеткам 4x4. Это пункт, где мы уже выше.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Задача 1: струя из отверстия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Что не так: вода из пробоины сочится, а должна бить.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0.38 частицы за шаг. Предел клеточного мира — 1.0: в дырку шириной в одну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клетку больше одной частицы за шаг не влезет физически.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929AAA"/>
                </a:solidFill>
                <a:latin typeface="Verdana"/>
              </a:rPr>
              <a:t>Что уже отброшено измерением: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потолок боковой силы — четыре значения, числа не дрогнули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порядок обхода внутри ряда — 0.39 против 0.41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Что известно: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дырка занята 78% времени. Частица входит в проём и сидит там пару шагов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вместо того, чтобы сразу уйти наружу.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План: проследить за одной частицей по шагам — скорость, что мешает уйти.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Дальше, если подтвердится застревание, — разбирать цепочку по направлению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движения, как уже сделано для падающей стопки (обход снизу вверх).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Задача 2: что в физике ещё «на глазок»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Уже по настоящим формулам: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Архимед · плотность газа обратно температуре · расширение · теплопроводность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Q = kΔT с проверкой устойчивости · скрытая теплота · давление столба p = ρgh ·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конвекция по Буссинеску · перенос поля · сообщающиеся сосуды a = g·Δh/L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2762A"/>
                </a:solidFill>
                <a:latin typeface="Verdana"/>
              </a:rPr>
              <a:t>Осталось на глазок: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сопротивление среды — просто множитель 0.97 вместо силы, зависящей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  от скорости и плотности среды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угол естественного откоса — вероятность вместо трения покоя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поверхностное натяжение — вероятность вместо силы по кривизне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• вязкость — множитель вместо передачи импульса соседям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Что это даст: песок разных сортов будет вести себя по-разному сам,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без подбора вероятностей для каждого вещества.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Задача 3: цена эталона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6FC276"/>
                </a:solidFill>
                <a:latin typeface="Verdana"/>
              </a:rPr>
              <a:t>Эталон на Lua поймал то, что иначе не поймалось бы: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тип массива, порядок обхода, тихое расхождение на 65-м шаге.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E2762A"/>
                </a:solidFill>
                <a:latin typeface="Verdana"/>
              </a:rPr>
              <a:t>Но теперь он удваивает труд.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Перенос закончен. Любая правка физики требует зеркалить её в Lua, иначе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шесть сверок разом краснеют. На правку в три строки уходит полчаса.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6B76A"/>
                </a:solidFill>
                <a:latin typeface="Verdana"/>
              </a:rPr>
              <a:t>Предложение на решение: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заморозить эталон. Сверки превратить из «Lua против C++» в «C++ против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записанных чисел». Тогда правка физики — это правка в одном месте плюс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осознанное обновление эталонных чисел.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Риск: потеряем независимую вторую реализацию. Но она уже сыграла свою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роль — ядро перенесено и сошлось число в число.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Что дальше по плану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FC276"/>
                </a:solidFill>
                <a:latin typeface="Verdana"/>
              </a:rPr>
              <a:t>Сделано: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0. химия плоским массивом · 1. ядро на C++ со сверкой · 2. интерфейс SDL2 ·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3. APK через NDK · 4. сохранения с палитрой имён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6B76A"/>
                </a:solidFill>
                <a:latin typeface="Verdana"/>
              </a:rPr>
              <a:t>Сейчас: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физика до уровня TPT — струя, остатки «на глазок»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DCE0E8"/>
                </a:solidFill>
                <a:latin typeface="Verdana"/>
              </a:rPr>
              <a:t>Дальше: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5. растворы · 6. электричество · 7. давление по пикселям на границах ·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>8. публикация и оплата, версии 6–10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29AAA"/>
                </a:solidFill>
                <a:latin typeface="Verdana"/>
              </a:rPr>
              <a:t>Отдельно: консоль в ветке UptA, менеджер сохранений уже работает.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42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D6B76A"/>
                </a:solidFill>
                <a:latin typeface="Verdana"/>
              </a:rPr>
              <a:t>Правила, выведенные из грабель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00000"/>
            <a:ext cx="108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1. Измерять, а не гадать.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Три догадки подряд были неверны. Измерение нашло причину с первого раза.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2. Расхождение сперва искать в опыте.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>Опыт врёт так же легко, как код, и проверить его быстрее.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3. Если правка «не работает» — проверь, что она собралась.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4. Если одно и то же ломается трижды — причина не там, где чинишь.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5. Сверять типы, а не только формулы. Круглые числа ничего не доказывают.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DCE0E8"/>
                </a:solidFill>
                <a:latin typeface="Verdan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DCE0E8"/>
                </a:solidFill>
                <a:latin typeface="Verdana"/>
              </a:rPr>
              <a:t>6. Упрощай опыт, пока причина не станет единственной.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100000"/>
            <a:ext cx="104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4800" b="1">
                <a:solidFill>
                  <a:srgbClr val="D6B76A"/>
                </a:solidFill>
                <a:latin typeface="Verdana"/>
              </a:rPr>
              <a:t>Ссылки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DCE0E8"/>
                </a:solidFill>
                <a:latin typeface="Verdana"/>
              </a:rPr>
              <a:t>github.com/krillxz2362/ultra-powder-toy — исходники и сборки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929AAA"/>
                </a:solidFill>
                <a:latin typeface="Verdana"/>
              </a:rPr>
              <a:t>github.com/krillxz2362/arena-archive — архив и ключ подписи (закрытый)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